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42c269a0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42c269a0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42c269a0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42c269a0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42c269a0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42c269a0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68175" y="744575"/>
            <a:ext cx="41730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여행 블로그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34719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이탈리아와 괌 여행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8350" y="1442539"/>
            <a:ext cx="4876800" cy="26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’여행 일기’ 여정 사용 사례: 여행 계획 또는 휴가 사진 공유 디자인 분위기: 폴라로이드 프레임, 손 글씨 메모, 여행 욕구 프롬프트: ’이탈리아의 여름’에 대한 ’여행 일기’ 스타일의 여행 일정 슬라이드를 만들어 줘. 표면에 흩어져 있는 ’폴라로이드’ 사진 프레임을 사용하고 헤더에 표시할 글꼴은 Caveat과 같은 손 글씨 스크립트여야 하고, 세부정보에는 Courier Prime을 써. 배경 텍스처는 은은한 리넨 또는 달걀껍데기 같은 질감으로 부탁해."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여행 일기’ 여정 사용 사례: 여행 계획 또는 휴가 사진 공유 디자인 분위기: 폴라로이드 프레임, 손 글씨 메모, 여행 욕구 프롬프트: ’괌의 11월’에 대한 ’여행 일기’ 스타일의 여행 일정 슬라이드를 만들어 줘. 표면에 흩어져 있는 ’폴라로이드’ 사진 프레임을 사용하고 헤더에 표시할 글꼴은 Caveat과 같은 손 글씨 스크립트여야 하고, 세부정보에는 Courier Prime을 써. 배경 텍스처는 은은한 리넨 또는 달걀껍데기 같은 질감으로 부탁해."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슬라이드 하나더" id="71" name="Google Shape;7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