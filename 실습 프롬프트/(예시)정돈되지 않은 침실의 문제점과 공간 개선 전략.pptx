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1661d4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1661d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d1661d4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d1661d4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d1661d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dd1661d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d1661d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dd1661d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400"/>
              <a:t>정돈되지 않은 침실의 문제점과 공간 개선 전략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6AA84F"/>
                </a:solidFill>
              </a:rPr>
              <a:t>어지러운 생활 환경이 일상에 미치는 영향과 실질적인 해결 방법</a:t>
            </a:r>
            <a:endParaRPr b="1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57850" y="392976"/>
            <a:ext cx="8524200" cy="4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정돈되지 않은 침실의 문제점과 공간 개선 전략</a:t>
            </a:r>
            <a:endParaRPr b="1"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제목: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정돈되지 않은 침실의 주요 문제점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수면의 질 저하: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어지러운 환경은 심리적 불안감을 높여 숙면을 방해하고 불면증을 유발할 수 있습니다.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집중력 및 생산성 감소: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휴식 공간이 흐트러지면 이로 인해 정신적 에너지가 소모되어 일상 활동의 효율이 떨어집니다.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정서적 스트레스 증가: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무질서한 시각 정보는 심리적 압박감을 주어 스트레스와 불안감을 높입니다.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청결 및 위생 문제: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바닥에 흩어진 물건과 빨래는 먼지 축적을 가속화하여 호흡기 건강에 악영향을 줄 수 있습니다.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시간 낭비 유발: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필요한 물건을 찾는데 시간을 불필요하게 소모하게 됩니다.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이 슬라이드 꾸미기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8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79325" y="152400"/>
            <a:ext cx="3905100" cy="3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제목: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새로운 시작을 위한 준비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설명:</a:t>
            </a:r>
            <a:r>
              <a:rPr lang="ko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창고에서 작업용 장갑을 낀 손이 정리 또는 작업을 시작하려는 순간을 포착하여, 효율적인 공간 개선을 위한 실질적인 행동에 착수했음을 보여줍니다.</a:t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이 슬라이드 꾸미기"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